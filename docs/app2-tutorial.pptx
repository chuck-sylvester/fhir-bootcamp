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Building a SMART on FHIR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99"/>
                </a:solidFill>
                <a:latin typeface="Calibri"/>
              </a:rPr>
              <a:t>FastAPI  ·  HTMX  ·  Jinja2  ·  HTTPX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CCDD"/>
                </a:solidFill>
                <a:latin typeface="Calibri"/>
              </a:rPr>
              <a:t>A Full Technical Tutorial  |  fhir-bootcamp / app2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DD"/>
                </a:solidFill>
                <a:latin typeface="Calibri"/>
              </a:rPr>
              <a:t>What we're building, who this is for, and how to follow along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We're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 server-side rendered (SSR) web application in Python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Authenticates users via Epic Sandbox — SMART on FHIR OAuth 2.0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Calls the Epic FHIR R4 API for real patient data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No JavaScript framework — HTMX handles interactivity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Four live FHIR queries from the patient portal: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/Patient — demographics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/MedicationRequest — active prescriptions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/Observation?category=laboratory — lab results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/Observation?category=vital-signs — vitals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Plus an OIDC ID Token dialog showing decoded identity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Python — comfortable with async/await basics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Web development — some FastAPI or Flask experience helpful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HTTP fundamentals — GET/POST, headers, status codes, cookies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HTML/CSS — able to read and write basic markup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No FHIR or OAuth experience required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All concepts are introduced from the ground up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No healthcare domain knowledge assumed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Repository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fhir-bootcamp/ — project root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.venv/  requirements.txt  .env — shared across all apps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app2/ — this tutorial's application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main.py  config.py  __init__.py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routers/auth.py   — OAuth routes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routers/pages.py  — UI and FHIR routes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templates/  static/  services/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docs/app2-guide.md — companion developer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How to Follow 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1.  Clone the repository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2.  Create a virtual environment and install dependencies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python3.12 -m venv .venv &amp;&amp; source .venv/bin/activate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pip install -r requirements.txt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3.  Register a free developer app at open.epic.com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4.  Copy your Client ID and Client Secret into .env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5.  Run the application from the project root: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uvicorn app2.main:app --reload --port 8000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6.  Open http://localhost:8000 in a browser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app2-guide.md documents every step in full detail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FHIR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DD"/>
                </a:solidFill>
                <a:latin typeface="Calibri"/>
              </a:rPr>
              <a:t>Resources, REST conventions, and SMART on FHIR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is FHIR?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Fast Healthcare Interoperability Resources — HL7 FHIR R4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 REST API specification for exchanging healthcare data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R4 (Release 4) is the current stable version and the standard for US EHRs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FHIR became legally required for US EHR vendors in 2021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21st Century Cures Act mandates FHIR R4 patient data access APIs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Implemented by all major US EHR vendors: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Epic, Oracle Cerner, Microsoft Azure Health APIs, Google Cloud Healthcare API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Once you know FHIR, you can query any compliant system with the same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FHIR Resources: The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In FHIR, every piece of clinical information is a 'Resource'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Resources are structured JSON objects with a consistent shape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Resources used in app2: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Patient        — name, date of birth, gender, address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MedicationRequest  — prescriptions and medication orders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Observation    — lab results, vital signs, questionnaire responses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Other common resources (not in app2 yet):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Condition — diagnoses  |  Encounter — visits  |  Practitioner — clinicians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AllergyIntolerance  |  Procedure  |  Immunization  |  DiagnosticReport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FHIR R4 REST API Conventions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Base URL (Epic sandbox):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https://fhir.epic.com/interconnect-fhir-oauth/api/FHIR/R4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Read a specific resource by ID: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/Patient/{id}  →  returns one Patient resource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Search with parameters: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/MedicationRequest?patient={id}  →  returns a Bundle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/Observation?patient={id}&amp;category=laboratory  →  Bundle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Response format: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Single resource read  →  the resource JSON directly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Search  →  a Bundle containing entry[] of matching resources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Content-Type: application/fhir+json  (preferred over application/json)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SMART on FHIR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SMART = Substitutable Medical Apps Reusable Technologies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Adds OAuth 2.0 + OpenID Connect (OIDC) on top of FHIR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standard authorization layer for healthcare app integration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What SMART provides: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 defined OAuth 2.0 flow for clinical apps (Authorization Code)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Scopes that map to specific FHIR resource types and permissions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Identity (OIDC) so the app knows which patient or clinician logged in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Launch context — the in-scope patient ID travels with the token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Scope format:  patient/Patient.read  patient/Observation.read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Epic uses abbreviated notation in token response: .r for read, .s for 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Epic Sandbox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Non-production sandbox environment — free for developers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Register at open.epic.com — no institutional affiliation required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What the sandbox provides: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Pre-populated test patients (e.g., Camila Lopez)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 fully functional OAuth 2.0 + SMART on FHIR flow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Real FHIR R4 API responses using synthetic patient data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Key differences from production: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No approval process — sandbox apps provision in minutes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Scope behavior differs (covered in the App Registration section)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Test patients have limited but representative clinical histories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FHIR Resources Used in app2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Patient — GET /Patient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Uses a 'me' context: automatically scoped to the logged-in patient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No search parameters needed — Epic infers the patient from the token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MedicationRequest — GET /MedicationRequest?patient=&lt;id&gt;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Requires explicit patient ID search parameter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Returns a Bundle of prescriptions and medication orders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Observation — GET /Observation?patient=&lt;id&gt;&amp;category=&lt;code&gt;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category=laboratory  →  CBC, metabolic panels, urinalysis, cultures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category=vital-signs  →  BP, heart rate, temperature, SpO2, height, weight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Both require explicit patient ID and category filter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Application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DD"/>
                </a:solidFill>
                <a:latin typeface="Calibri"/>
              </a:rPr>
              <a:t>SSR vs SPA, the full request lifecycle, and project 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Server-Side Rendering vs Single-Page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256062" cy="4114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463040"/>
            <a:ext cx="507318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SSR + HTMX (app2)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25606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HTML rendered on the server in Python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Browser receives finished HTML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HTMX injects fragments — no reload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Logic lives in Python (typed, testable)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No JavaScript framework or build pipeline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One runtime to reason about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Ideal when data and auth live server-side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9969" y="1417320"/>
            <a:ext cx="5256062" cy="41148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9697" y="1463040"/>
            <a:ext cx="507318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Single-Page Application (React / Vue)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969" y="1920240"/>
            <a:ext cx="525606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HTML built by JavaScript in the browser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Browser receives JSON data + JS bundle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Client-side routing — no reload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Logic split across Python + JavaScript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npm, webpack, TypeScript compiler required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Two runtimes: Python backend + JS frontend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Ideal for rich local interactivity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Full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FastAPI + uvicorn  — async Python web framework (ASGI)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HTMX  — server-driven UI interactions without a JS framework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Jinja2  — server-side HTML templating with template inheritance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HTTPX  — async HTTP client for outbound calls to Epic FHIR API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Starlette SessionMiddleware  — signed session cookies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itsdangerous  — cookie signing (via TimestampSigner)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Pydantic Settings  — typed configuration from .env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Everything runs in a single Python process.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No message queues, no microservices, no JavaScript build step.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Request Lifecycle: A Button Click to DOM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1.  User clicks 'GET /Patient' in the browser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HTMX intercepts the click — sends GET /fhir/patient with session cookie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2.  SessionMiddleware decodes and verifies the signed cookie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Populates request.session dict before the handler runs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3.  Router matches /fhir/patient → fhir_get_patient() handler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4.  Handler reads session_id, looks up access_token in app.state.token_store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5.  Handler awaits HTTP GET to Epic FHIR with Authorization: Bearer &lt;token&gt;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httpx.AsyncClient — non-blocking, event loop serves other requests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6.  Epic validates JWT, checks scope, returns FHIR Bundle JSON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7.  Handler formats JSON as &lt;pre&gt; HTML fragment, returns HTMLResponse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8.  HTMX injects the fragment into #result — no navigation, no reload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SSR + HTMX for a FHIR App?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Access tokens never reach the browser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Bearer tokens are kept server-side; the browser holds only a session ID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HTMX fragment requests are same-origin — session cookie sent automatically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Python is where FHIR logic belongs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Parsing Bundles, checking scopes, decoding JWTs — all in typed Python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No JSON-to-JavaScript-to-HTML transformation pipeline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Simpler deployment and operations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One process: no separate API server + frontend build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Easier to reason about security — single trust boundary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Tech Stack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DD"/>
                </a:solidFill>
                <a:latin typeface="Calibri"/>
              </a:rPr>
              <a:t>FastAPI · HTMX · Jinja2 · HTTPX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FastAPI: Async-First Web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Built on Starlette (ASGI) and Pydantic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ASGI = Asynchronous Server Gateway Interface — the modern async Python web standard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uvicorn is the ASGI server that runs the FastAPI app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Type-hint based — route parameters and bodies declared with Python types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Auto-generates OpenAPI docs at /docs  (Swagger UI)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Async-first: designed for I/O-bound workloads like HTTP API calls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 FastAPI process can handle many concurrent requests efficiently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event loop suspends while waiting for network I/O (Epic FHIR calls)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FastAPI: Async / Await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83112" cy="512064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618488"/>
            <a:ext cx="10780776" cy="4718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# Every route handler is async — it can yield control during I/O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async def fhir_get_patient(request: Request):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    # The await keyword suspends this handler during the network call.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    # While Epic is responding (~100-500ms), the event loop serves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    # other incoming requests.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    response = await request.app.state.http_client.get(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        f"{settings.epic_fhir_base_url}/Patient",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        headers={"Authorization": f"Bearer {access_token}"},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    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    return HTMLResponse(content=f'&lt;pre&gt;{response.text}&lt;/pre&gt;')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# Rule: async propagates upward.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# If a function contains await, it must be async def.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CBD7E4"/>
                </a:solidFill>
                <a:latin typeface="Courier New"/>
              </a:rPr>
              <a:t># If a function calls an async def, it must itself be async def.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611112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8899"/>
                </a:solidFill>
                <a:latin typeface="Calibri"/>
              </a:rPr>
              <a:t>Never use synchronous blocking calls (requests.get, time.sleep) inside an async handler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FastAPI: APIRouter and Application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main.py is intentionally thin — it creates the app and mounts routers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Route handlers live in routers/auth.py and routers/pages.py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Each router is an independent module with no knowledge of the others: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auth.py   — /auth/login, /auth/callback, /auth/logout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pages.py  — /, /patient, /fhir/patient, /fhir/medication, /fhir/labreport, /fhir/vitalsigns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Routers are mounted in main.py: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app.include_router(auth_router, prefix='/auth')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/login in auth.py  →  /auth/login in the full app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include_in_schema=False — excludes a route from /docs (used for HTMX endpoints)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FastAPI: The Request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Every route handler receives a Request — the integration point for everything: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request.session          — decoded session cookie payload (dict-like)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request.app              — the FastAPI application instance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request.app.state        — app.state namespace (token_store, http_client...)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request.query_params     — URL query string (?code=... from Epic callback)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request.headers          — incoming HTTP headers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request.url_for('name')  — reverse URL lookup, generates absolute URLs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Why request.app instead of importing app directly?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Avoids circular imports between routers and main.py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Any router can access app state without importing from any other module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FastAPI: Middleware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Middleware wraps every request/response cycle automatically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Registered once in main.py — applies to all routes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SessionMiddleware (from Starlette):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Inbound: reads session cookie → verifies itsdangerous HMAC signature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    decodes JSON payload → attaches as request.session dict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Outbound: serializes request.session → signs → sets Set-Cookie header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Any mutation to request.session is automatically persisted — no explicit save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Key configuration: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https_only=False  — must be True in production (requires HTTPS)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same_site='lax'   — allows cookie on top-level cross-site GET (Epic callback)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HTMX: The Hypermedia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Core idea: HTML with links and forms already describes what a user can do.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HTMX extends this by letting any HTML element make HTTP requests.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critical rule: HTMX endpoints return HTML, not JSON.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HTMX takes the server's response and injects it directly into the DOM.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There is no JavaScript step that reads JSON and builds markup.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In app2, every FHIR route returns an HTML fragment: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Success:   &lt;pre class='fhir-json'&gt;{formatted_json}&lt;/pre&gt;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Error:     &lt;p class='fhir-error'&gt;Message&lt;/p&gt;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HTMX is loaded from a single CDN script tag — no build step, no npm.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HTMX: Attribute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hx-get / hx-post / hx-put / hx-delete  — HTTP method and URL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hx-target    — CSS selector of the element to update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hx-swap      — how to place the response (innerHTML, outerHTML, beforeend...)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hx-indicator — CSS selector of a loading element to show during request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hx-disabled-elt  — disable this element while request is in flight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Additional attributes worth knowing: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hx-trigger   — what fires the request (click, change, keyup delay:500ms)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hx-push-url  — update the browser address bar without navigation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hx-boost     — upgrade all &lt;a&gt; and &lt;form&gt; tags in a subtree to HTMX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hx-confirm   — show a confirm dialog before issuing the request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hx-disabled-elt='this'  is essential on action buttons — prevents double-clicks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HTMX: 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HTMX does NOT swap the response body when the server returns 4xx or 5xx.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It fires htmx:responseError and leaves the page unchanged.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correct pattern for HTMX error responses: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Return HTTP 200 with a styled error HTML fragment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HTMX injects the error message into #result — in context, no page reload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app2 uses a _error_html() helper for all error paths: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&lt;p class='fhir-error'&gt;Message&lt;/p&gt;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&lt;pre class='fhir-error-detail'&gt;raw Epic response body&lt;/pre&gt;  (optional)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Every FHIR route handler returns error HTML at 200 — never HTTPException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HTTPException is reserved for auth routes where a full error page is appropriate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Jinja2: Server-Side Templating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Templates are HTML files with Jinja2 placeholders — rendered on the server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{{ variable }}   — render a context variable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{% if %}  {% for %}  {% block %}  — control flow and structure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Context dict: the only bridge from Python to the template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Every variable the template uses must be in this dict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Pass pre-formatted values — don't make templates compute or format data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Autoescaping: Jinja2 escapes &lt; &gt; &amp; " ' by default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This is the primary built-in XSS defense — user input becomes safe text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| safe filter bypasses escaping — use only for trusted server-generated content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Never apply | safe to user-supplied input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Jinja2: Template Inheritance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Base template defines layout and declares named override points (blocks)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Child templates fill those blocks with their specific content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app2's portal hierarchy: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portal.html  —  base layout: HTMX script, CSS, Font Awesome, page structure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{% block actions %}  — FHIR action buttons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{% block content %}  — #result div for HTMX injection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patient.html  —  extends portal.html, fills both blocks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Use {# Jinja2 comment #} in base templates, not &lt;!-- HTML comment --&gt;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Jinja2 evaluates {% block %} tags even inside HTML comments → TemplateSyntaxError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Jinja2 block comments {# ... #} strip content before any processing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{{ super() }}  renders parent block content — use to append, not replace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HTTPX: Async HTTP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httpx.AsyncClient is the async equivalent of the requests library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Used for all outbound HTTP calls: token exchange + all FHIR API requests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Why not requests?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requests is synchronous — blocks the calling thread during network I/O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In an async handler, blocking the thread = blocking the entire event loop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httpx.AsyncClient suspends with await — event loop serves other requests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Shared AsyncClient via lifespan (app.state.http_client):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Created once at startup — maintains a pool of persistent TCP connections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Epic TLS handshake overhead paid once, not on every request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.aclose() on shutdown — drains in-flight requests, releases socket FDs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Always check response.is_success before calling response.json()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Error responses from Epic may return non-JSON bodies → JSONDecodeError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Epic App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DD"/>
                </a:solidFill>
                <a:latin typeface="Calibri"/>
              </a:rPr>
              <a:t>Confidential clients, API capabilities, and scope behavior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Confidential vs Public OAuth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256062" cy="4114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463040"/>
            <a:ext cx="507318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Confidential Client (app2)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25606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Server-side application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Client secret stored securely on server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Secret never reaches the browser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Uses client_secret_post in token exchange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Appropriate for FastAPI SSR apps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✓  app2 is a confidential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9969" y="1417320"/>
            <a:ext cx="5256062" cy="41148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9697" y="1463040"/>
            <a:ext cx="507318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Public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969" y="1920240"/>
            <a:ext cx="525606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SPA (React, Vue) or mobile app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Cannot hold a secret — would be exposed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Uses PKCE instead of client secret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(Proof Key for Code Exchange)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Required for client-side JavaScript apps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✗  Not appropriate for app2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App Registration: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1.   Log in to open.epic.com → My Apps → Create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2.   Set Application Audience: Patients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3.   Check Is Confidential Client: Yes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4.   Set Redirect URI: http://localhost:8000/auth/callback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5.   Select API Capabilities individually — do NOT select 'All FHIR R4 scopes'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'All scopes' generates a ~5000-char scope string that breaks the cookie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6.   Submit and wait for Epic to provision (usually a few minutes)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7.   Copy Client ID → set EPIC_NONPROD_CLIENT_ID in .env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8.   Copy Client Secret immediately — the portal later shows only a hash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JWK Set URLs: Leave blank (only needed for private_key_jwt auth — not used here)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Persistent access: Not required (app2 only makes calls during active sessions)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API Capabilities: Observation is Category-Specific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Most resources: one capability toggle covers the entire resource type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Observation is different — Epic registers access per clinical category: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Observation.Read — Vital Signs (R4)   →  grants category: vital-signs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Observation.Read — Laboratory (R4)    →  grants category: laboratory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Observation.Read — Social History (R4) →  grants category: survey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Each enabled capability appears as a separate scope in the token response: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patient/Observation.r?category=...observation-category|laboratory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patient/Observation.r?category=...observation-category|vital-signs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Epic enforces grants independently — a token with only 'laboratory'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access returns 403 on a vital-signs request, even though it's the same resource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Sandbox vs Production Scope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EPIC_SCOPE in .env:  'openid fhirUser'  (just two identity scopes)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In Epic's SANDBOX: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EPIC_SCOPE is a trigger to initiate the OAuth flow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Epic grants ALL registered API capabilities regardless of what scopes were requested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app registration controls what you get — not the scope string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Diagnosing 403s: check the portal registration, not EPIC_SCOPE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In Epic's PRODUCTION environment: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Behavior follows the SMART on FHIR specification strictly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Must explicitly request each scope the app needs in EPIC_SCOPE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Only scopes that were requested AND registered are granted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'openid fhirUser' in production = no clinical data access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Before deploying to production: enumerate all required scopes in EPIC_SCOPE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OAuth 2.0 Authorization Code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DD"/>
                </a:solidFill>
                <a:latin typeface="Calibri"/>
              </a:rPr>
              <a:t>The five-step SMART on FHIR login sequence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Authorization Code Flow: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Authorization Code flow is the standard for server-side web apps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It keeps the access token off the browser's address bar and history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Front-channel steps (browser redirects — address bar changes):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Step 1  —  app2 redirects the browser to Epic's login page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Step 2  —  user logs in and approves consent on Epic's page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Step 3  —  Epic redirects browser back to app2 with a short-lived code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Back-channel step (server-to-server — browser not involved):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Step 4  —  app2 POSTs the code directly to Epic's token endpoint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      Epic returns the access token — it never touches the browser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Step 5  —  app2 stores the token server-side and sets a session cookie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Step 1: Building the Authorization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GET /auth/login  — the entry point for the OAuth flow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Generate a cryptographically random state value: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state = secrets.token_urlsafe(32)  — 32 bytes → ~43-char URL-safe string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Store in session: request.session['oauth_state'] = state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Build the Epic authorization URL with these query parameters: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response_type=code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client_id=&lt;EPIC_NONPROD_CLIENT_ID&gt;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scope=&lt;EPIC_SCOPE (URL-encoded — forward slashes must be percent-encoded)&gt;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state=&lt;random-state-value&gt;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redirect_uri=&lt;APP_REDIRECT_URI&gt;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Respond with 307 Temporary Redirect to the Epic authorization URL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Step 2: State Parameter and CSRF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state parameter is a one-time token binding the callback to the session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Without it, the callback endpoint is vulnerable to login CSRF: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login CSRF attack: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1. Attacker captures a valid authorization code from their own flow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2. Tricks victim into visiting the callback URL with attacker's code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3. Victim's browser completes the callback — token stored in victim's session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4. Victim is now logged in as the attacker — or worse, data is cross-contaminated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State prevents this: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callback checks state from Epic against state stored in the session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Victim has no oauth_state in their session — check fails, 400 returned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pop() is used (not get()) — makes state single-use, prevents replay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In a FHIR app, a successful login CSRF could expose patient records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Step 3: Back-Channel Token Exchange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GET /auth/callback  receives the authorization code from Epic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Immediately POST to Epic's token endpoint  (back-channel — browser not involved):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POST body (client_secret_post authentication):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grant_type=authorization_code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code=&lt;authorization_code&gt;  — expires in ~60 seconds, exchange immediately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redirect_uri=&lt;must match registration exactly&gt;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client_id=&lt;EPIC_NONPROD_CLIENT_ID&gt;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client_secret=&lt;EPIC_CLIENT_SECRET&gt;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Epic responds with: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access_token, token_type, expires_in, scope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id_token  (when openid scope is granted)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patient  (the FHIR ID of the in-context patient — patient-scoped launches)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Step 4: Session Storage After Token Exchange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Server-side token store (app.state.token_store — keyed by random session_id):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access_token  — the JWT Bearer credential for FHIR API calls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refresh_token — for obtaining new access tokens (not yet used in app2)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scope         — granted scope string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id_token      — OIDC identity JWT for the ID Token dialog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patient       — Epic patient FHIR ID (required for MedicationRequest, Observation)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Session cookie (signed, not encrypted — kept small):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session_id         — random key into the server-side token store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token_expires_at   — ISO 8601 expiry timestamp (checked before FHIR calls)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scope              — stored for display on the home page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Tokens are NEVER in the cookie — only a pointer to where they live server-side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Meta-Refresh Trick (Why Not a 302 Redirect?)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After storing the session, we need to send the browser to /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 302 redirect would be the natural choice — but it breaks in Chrome and Safari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problem: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callback is part of a cross-site redirect chain starting from Epic's domain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Browsers treat SameSite=Lax cookies set on 302 responses mid-chain as ineligible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session cookie silently disappears — no error, just no session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fix — return a 200 with a client-side meta-refresh: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&lt;meta http-equiv='refresh' content='1;url=/'&gt;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Why this works: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200 response 'lands' the browser on our origin and stores the cookie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subsequent navigation to / is a same-site top-level GET — cookie is sent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JWTs and Token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DD"/>
                </a:solidFill>
                <a:latin typeface="Calibri"/>
              </a:rPr>
              <a:t>Access tokens, identity tokens, session cookies, and the token store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is a JWT?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JSON Web Token — pronounced 'jot'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 compact, URL-safe string carrying signed claims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Used as both access tokens and ID tokens in SMART on FHIR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Structure: three Base64URL-encoded segments joined by dots: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&lt;header&gt;.&lt;payload&gt;.&lt;signature&gt;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All three segments start with 'eyJ' when Base64URL-decoded from JSON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Key property: the payload can be decoded without any key (it is not encrypted)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signature proves the token was issued by Epic and has not been altered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Signature uses RS256: Epic's RSA private key + SHA-256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Verification is the FHIR server's job — app2 forwards tokens, doesn't verify them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JWT Payload: Key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iss   — Issuer: Epic's OAuth base URL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sub   — Subject: the authenticated user's Epic internal ID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aud   — Audience: who the token is intended for (Epic FHIR base URL)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client_id  — the registered client ID of this application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iat   — Issued-at time (Unix timestamp)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exp   — Expiration time (Unix timestamp) — Epic typically issues 1-hour tokens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jti   — JWT ID: unique identifier for this specific token instance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scope — Granted scopes (space-separated, Epic uses .r / .s abbreviations)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fhirUser  — Full FHIR URL of the authenticated user's Patient/Practitioner resource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patient   — Short-form patient context ID from the launch context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Access Token vs ID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256062" cy="4114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463040"/>
            <a:ext cx="507318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access_token  (Bearer credential)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25606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Authorization credential for FHIR API calls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Intended for the resource server (Epic FHIR)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Treat as opaque — forward unchanged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Don't decode or build logic on its claims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Only the FHIR server should interpret it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Sent in Authorization: Bearer header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9969" y="1417320"/>
            <a:ext cx="5256062" cy="41148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9697" y="1463040"/>
            <a:ext cx="507318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id_token  (OIDC identity assertion)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969" y="1920240"/>
            <a:ext cx="525606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Assertion about who authenticated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Intended for the client app (app2)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Decode to learn the user's identity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sub, fhirUser, name, email...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app2 decodes it for the ID Token dialog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23344"/>
                </a:solidFill>
                <a:latin typeface="Calibri"/>
              </a:rPr>
              <a:t>▸  Never sent to the FHIR server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Server-Side Token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app.state.token_store = {}  — in-memory Python dict, keyed by session_id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Created during lifespan startup; shared across all requests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Why not put the token in the session cookie?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An Epic JWT access token is ~880 characters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With refresh token + scope string, JSON-encoded and Base64-signed → easily &gt; 4 KB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Browsers silently discard cookies &gt; 4096 bytes — session disappears with no error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Solution: store only a short random session_id in the cookie: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session_id = secrets.token_hex(16)  — 32 hex characters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token_store[session_id] = { access_token, id_token, patient, ... }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Limitation: in-memory — cleared on server restart → user must reconnect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Production fix: replace with Redis or a database-backed store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ID Token Dialog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When openid scope is granted, Epic returns both access_token and id_token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id_token is an OIDC JWT — contains identity claims about who authenticated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Server-side decoding in the home route handler: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_decode_jwt_payload() splits on '.', Base64URL-decodes the middle segment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Returns a dict of claims — no signature verification (display only)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Passes id_token_claims_json (pre-formatted) to the template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Native HTML &lt;dialog&gt; element — no JavaScript library needed: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showModal()  — opens as modal, dims backdrop, traps focus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ESC key      — closes natively, no code required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Backdrop click  — onclick checks event.target === this, calls close()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| safe filter used for id_token_claims_json — trusted server-generated content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FHIR API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DD"/>
                </a:solidFill>
                <a:latin typeface="Calibri"/>
              </a:rPr>
              <a:t>The six-step handler pattern and each endpoint in detail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Six-Step Handler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Every FHIR route handler in pages.py follows the same six steps: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Step 1  —  Read session_id from request.session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     Return error fragment immediately if no active session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Step 2  —  Look up access_token (and patient where required) from token_store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     Return error fragment if missing (server restarted, session orphaned)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Step 3  —  Check token expiry via token_expires_at in session cookie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     Avoids sending a request Epic will reject with 401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Step 4  —  Call Epic FHIR API with Authorization: Bearer + Accept: application/fhir+json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      Wrapped in try/except httpx.TransportError for network failures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Step 5  —  Handle non-2xx responses via _error_html (with response body as detail)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Step 6  —  json.dumps(response.json(), indent=2) → HTMLResponse(&lt;pre&gt;...)&lt;/pre&gt;)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GET /Patient: The 'Me'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Patient is special — Epic automatically scopes it to the session patient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No explicit patient ID search parameter is needed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FHIR call: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/Patient  (no query params)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Authorization: Bearer &lt;access_token&gt;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Accept: application/fhir+json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Epic's FHIR server infers the patient from the access token's claims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patient claim in the JWT identifies which patient's data to return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Step 2 for /Patient only needs access_token — no patient ID lookup required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Only the Patient resource type supports this me-context shortcut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GET /MedicationRequest: Patient-Scoped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MedicationRequest has no 'me' context — requires an explicit patient parameter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Without it, Epic rejects the request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Where the patient ID comes from: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Epic includes a 'patient' field in the token response for patient-scoped launches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Stored in token_store['patient'] during /auth/callback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Retrieved in step 2 of the handler: token_entry.get('patient', '')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FHIR call: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/MedicationRequest?patient=&lt;fhir_id&gt;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Response: FHIR Bundle where each entry is a MedicationRequest resource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Each represents one prescription or medication order for the patient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Required: patient/MedicationRequest.read scope + capability in app registration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Observation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FHIR's catch-all for clinical measurements and findings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One resource type covers an enormous range of clinical data: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Lab results, vital signs, survey responses, smoking status, body measurements...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Consistent structure regardless of measurement type: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code      — what was measured (usually a LOINC code, e.g. 8867-4 = Heart rate)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value[x]  — the result: a Quantity, a CodeableConcept, a string, or a boolean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category  — the clinical domain (laboratory, vital-signs, survey...)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subject   — reference to the patient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effectiveDateTime  — when the observation was made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Filtering by category is essential for retrieving a coherent subset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Without category, you get everything mixed together in one large Bundle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Observation: The Category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Category system: http://terminology.hl7.org/CodeSystem/observation-category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Pass only the code in the URL query string — not the full system URL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Categories used in app2: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laboratory  — CBC, metabolic panels, urinalysis, cultures, lipid panels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vital-signs — blood pressure, heart rate, temperature, SpO2, height, weight, BMI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Other standard categories: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survey        — SDOH questionnaires, PHQ-9, GAD-7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imaging       — radiology results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social-history — smoking status, alcohol use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category=vital-signs uses a hyphen — lowercase, exact match required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full param: ?patient=&lt;id&gt;&amp;category=vital-signs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GET /Observation: Lab Reports + Vital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Both endpoints use the same /Observation resource — only the category differs: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Lab reports: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/Observation?patient=&lt;id&gt;&amp;category=laboratory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Requires: Observation.Read — Laboratory (R4) capability in app registration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Scope granted: patient/Observation.r?category=...observation-category|laboratory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Vital signs: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/Observation?patient=&lt;id&gt;&amp;category=vital-signs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Requires: Observation.Read — Vital Signs (R4) capability in app registration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Scope granted: patient/Observation.r?category=...observation-category|vital-signs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Both follow the identical six-step handler pattern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patient ID comes from token_store['patient'] — same as MedicationRequest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Empty bundle (total: 0) is a valid 200 response — not an error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Observation: Result Volume and Pagination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Observation bundles can be significantly larger than MedicationRequest bundles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 patient with years of history may have hundreds of lab results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To limit results, add _count to the query params: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params={'patient': patient_id, 'category': 'laboratory', '_count': 20}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When more results exist, Epic includes a Bundle.link with relation='next':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{ 'relation': 'next', 'url': 'https://fhir.epic.com/...?page=2' }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Follow the next URL to retrieve the next page of results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app2 does not currently implement _count or pagination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Sufficient for sandbox test patients with limited histories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Add _count before deploying against real patients with extended histories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Key Design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DD"/>
                </a:solidFill>
                <a:latin typeface="Calibri"/>
              </a:rPr>
              <a:t>Lifespan, error handling, token security, and production readiness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Lifespan and app.state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FastAPI's lifespan context manager runs once at startup and once at shutdown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The correct place to create and tear down application-level resources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app2's lifespan creates three resources: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app.state.http_client = httpx.AsyncClient()  — shared connection pool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app.state.templates   = Jinja2Templates(...)  — pre-loaded template environment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app.state.token_store = {}                   — in-memory session token store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Shutdown: await app.state.http_client.aclose()  — clean TCP connection drain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Why not module-level globals?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Event loop doesn't exist at import time — AsyncClient must be created after startup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Module globals create invisible dependencies; app.state makes them explicit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Lifespan resources are scoped to the app instance — testable in isolation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Token Security: Defense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Access tokens are Bearer credentials — whoever holds one can make FHIR calls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Every design decision in app2 minimizes exposure: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Back-channel token exchange: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The access token is retrieved server-to-server — never via the browser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Server-side token store: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Tokens stored in app.state.token_store — never in the session cookie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Even if an attacker reads the cookie, they only get a session_id and metadata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Minimal session cookie payload: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Cookie is signed (itsdangerous) but not encrypted — payload is readable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Only session_id, token_expires_at, and scope go in the cookie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No tokens, no patient IDs, no PII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Bearer tokens are forwarded opaquely — never decoded, never logged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Production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SessionMiddleware: set https_only=True (requires HTTPS/TLS termination)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Reverse proxy: run uvicorn behind nginx (handles TLS, static files, keepalive)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Process manager: systemd or supervisor — not --reload (dev only)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Token store: replace app.state.token_store with Redis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In-memory store is cleared on restart — users must re-authenticate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Redis survives restarts and supports multiple worker processes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EPIC_SCOPE: enumerate all required resource scopes explicitly for production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Sandbox grants all registered capabilities; production grants only what's requested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httpx timeouts: add Timeout(connect=5.0, read=30.0) to AsyncClient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Without timeouts, a hung Epic endpoint holds the handler open indefinitely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APP_REDIRECT_URI: update to the production HTTPS callback URL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Building Your 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DD"/>
                </a:solidFill>
                <a:latin typeface="Calibri"/>
              </a:rPr>
              <a:t>Getting started, diagnosing errors, and extending the app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Getting Started: The Critical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1.  Set up Python 3.12 environment and install dependencies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python3.12 -m venv .venv &amp;&amp; source .venv/bin/activate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pip install -r requirements.txt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2.  Register a confidential client app at open.epic.com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Enable only the API capabilities you need (not 'All FHIR R4 scopes')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3.  Create .env with CLIENT_ID, CLIENT_SECRET, SESSION_SECRET_KEY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    Generate SESSION_SECRET_KEY: python -c "import secrets; print(secrets.token_hex(32))"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4.  Create __init__.py in the app directory (required for dot-notation uvicorn)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5.  Build main.py: FastAPI + lifespan + SessionMiddleware + include_router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6.  Build routers/auth.py: /auth/login, /auth/callback, /auth/logout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7.  Build routers/pages.py: home, portal, FHIR endpoints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8.  Run: uvicorn app2.main:app --reload --port 8000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Diagnosing Common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403 on FHIR call: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Check the Scope row on the home page — is the required scope present?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If not: enable the capability in the Epic portal → log out → reconnect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Session disappears after OAuth callback: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SameSite/cross-site redirect issue — use meta-refresh (200) not 302 redirect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400 State mismatch: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Session not persisting between /auth/login and /auth/callback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Check SESSION_SECRET_KEY is set and consistent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Token store empty after clicking FHIR button: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Server restarted — in-memory store cleared. Log out and reconnect.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ReadError on FHIR call: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Stale pooled TCP connection — retry once, usually succeeds immediately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Extending the App: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Add _count pagination for Observation endpoints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Implement Bundle.link traversal for large result sets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Refactor duplicate Observation handlers into a shared helper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_fhir_get_observation(request, category) called by two thin route handlers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Add more FHIR resource endpoints: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/Condition?patient=&lt;id&gt;&amp;category=problem-list-item  — diagnoses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/AllergyIntolerance?patient=&lt;id&gt;  — allergies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/Encounter?patient=&lt;id&gt;  — past visits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GET /Immunization?patient=&lt;id&gt;  — vaccination history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Production upgrades: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Replace in-memory token store with Redis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Add HTTPS + nginx reverse proxy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Deploy to OCI (Oracle Cloud Infrastructure) VM — lift and shift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B4"/>
          </a:solidFill>
          <a:ln>
            <a:solidFill>
              <a:srgbClr val="0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CCDD"/>
                </a:solidFill>
                <a:latin typeface="Calibri"/>
              </a:rPr>
              <a:t>SECTION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Key Resources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43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Reference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SMART on FHIR specification: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smart.hl7.org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FHIR R4 specification: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hl7.org/fhir/R4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Epic developer portal and sandbox: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open.epic.com  (app registration, API capability documentation)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FastAPI documentation: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fastapi.tiangolo.com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HTMX documentation: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htmx.org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HTTPX documentation: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python-httpx.org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23344"/>
                </a:solidFill>
                <a:latin typeface="Calibri"/>
              </a:rPr>
              <a:t>▸  This repository's companion developer guide: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778899"/>
                </a:solidFill>
                <a:latin typeface="Calibri"/>
              </a:rPr>
              <a:t>    –  docs/app2-guide.md  — every implementation step documented in full detail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9"/>
          </a:solidFill>
          <a:ln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7A1E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CCDD"/>
                </a:solidFill>
                <a:latin typeface="Calibri"/>
              </a:rPr>
              <a:t>Questions?  ·  Refer to docs/app2-guide.md for full implementation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